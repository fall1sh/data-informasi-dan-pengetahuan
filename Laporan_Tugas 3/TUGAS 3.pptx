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14385-7875-4DB2-ACA7-321E7A8277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37731C-AC04-4D32-9CA0-39873D7C43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28BCA6-496B-4E98-9725-ABB2DC645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351A6-2490-46F6-917F-54142BF3DF27}" type="datetimeFigureOut">
              <a:rPr lang="en-ID" smtClean="0"/>
              <a:t>09/04/2025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5B03E7-9A05-449B-8E45-8BD9EA3D7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48826-F02A-4B6A-8EFC-160F26703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D5652-A53E-4C1E-BFEA-93902455388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70282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E35E8-172A-4C57-B4B3-7947B599A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6904DB-C66C-4374-BE91-85A7983EEF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0A4F49-2358-46E9-8026-4185F5564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351A6-2490-46F6-917F-54142BF3DF27}" type="datetimeFigureOut">
              <a:rPr lang="en-ID" smtClean="0"/>
              <a:t>09/04/2025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A1A31C-5C67-4D3C-BAB6-94EE9D41F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6811F-4730-4D69-AB6E-653694A9A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D5652-A53E-4C1E-BFEA-93902455388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26760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C32F1-9EA8-4EBC-BB99-553E38F95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A1343B-3F20-48E1-B9EC-FC6EFE81FB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8A7A04-44D2-45F1-9E1B-63E1B322F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351A6-2490-46F6-917F-54142BF3DF27}" type="datetimeFigureOut">
              <a:rPr lang="en-ID" smtClean="0"/>
              <a:t>09/04/2025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F63C57-81E3-47AD-A2E6-FC459BA8B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900CF5-D09B-4958-A756-E406E93CF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D5652-A53E-4C1E-BFEA-93902455388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59729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9F679-AC17-4CE2-A391-4122A3E9E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95C560-811B-4953-ACFD-0EFB608987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3ACA69-815E-4AF1-9D36-D6D6B6BE87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BBEB99-CC6F-4D28-9BE5-507BA4096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351A6-2490-46F6-917F-54142BF3DF27}" type="datetimeFigureOut">
              <a:rPr lang="en-ID" smtClean="0"/>
              <a:t>09/04/2025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34757D-02E5-4B52-BC7E-6557FF027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452B31-CC16-43D3-8C39-7E437FB30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D5652-A53E-4C1E-BFEA-93902455388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12645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D2460-F1A3-4634-8DB0-B09EF3D17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C91185-F85E-42CC-A80F-C8559233E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02FC8A-9C67-431D-8A8B-57213340BE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9B6462-76C1-4F25-A56F-420E1C983A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D0537C-66B7-454B-B203-DF15CB80FA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9DBBD1-CF5A-4296-9117-A7BF668F0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351A6-2490-46F6-917F-54142BF3DF27}" type="datetimeFigureOut">
              <a:rPr lang="en-ID" smtClean="0"/>
              <a:t>09/04/2025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1C0B43-B5CF-4FFF-8984-3DE1BE2FC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A08BFC-515B-44C1-8DD8-28EDAF3C6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D5652-A53E-4C1E-BFEA-93902455388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46081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6AE40-27ED-4F22-817C-01E0FF2F6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1519BE-46DF-4A2D-9E6D-371FF6EEF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351A6-2490-46F6-917F-54142BF3DF27}" type="datetimeFigureOut">
              <a:rPr lang="en-ID" smtClean="0"/>
              <a:t>09/04/2025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D1F6E2-6DAD-4932-826F-139F44709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605B08-C216-481B-B05A-75FAB2151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D5652-A53E-4C1E-BFEA-93902455388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72642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A6A67F-6FDD-4BA0-A877-B6D9D6C30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351A6-2490-46F6-917F-54142BF3DF27}" type="datetimeFigureOut">
              <a:rPr lang="en-ID" smtClean="0"/>
              <a:t>09/04/2025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178AB8-8011-4CA3-83DA-2104BAF1F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7D6FC3-6209-4D55-9435-4D52F998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D5652-A53E-4C1E-BFEA-93902455388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42788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6C04E-1781-426F-B41E-9B4AC45B3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6085A6-AB38-4A7E-B292-4CFAB5A369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072907-94AD-4EA6-B271-B72635A103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2778C8-C405-41F7-AF4F-E3DB9DD22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351A6-2490-46F6-917F-54142BF3DF27}" type="datetimeFigureOut">
              <a:rPr lang="en-ID" smtClean="0"/>
              <a:t>09/04/2025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8429D8-ECC6-4113-B82C-37162F385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CC3F06-1D93-46F2-A759-9CCFFACA2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D5652-A53E-4C1E-BFEA-93902455388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90976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27429-D366-421C-B594-D84BC617D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AECDE8-5022-46DB-B175-B1CAA8AF63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B767A0-BB38-4EE7-89D0-269CFABDC4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F40565-2768-43D5-8300-14B824FC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351A6-2490-46F6-917F-54142BF3DF27}" type="datetimeFigureOut">
              <a:rPr lang="en-ID" smtClean="0"/>
              <a:t>09/04/2025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030B30-4115-41DE-885C-35097BC85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81F7EF-855A-43CF-82C5-5C4010E5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D5652-A53E-4C1E-BFEA-93902455388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89742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DBB4D-75AE-4119-931B-3EFD116B3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2DA20F-5B3C-4FA5-B1F8-3DC054E8C0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56E89B-46C7-4545-8515-706035B4D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351A6-2490-46F6-917F-54142BF3DF27}" type="datetimeFigureOut">
              <a:rPr lang="en-ID" smtClean="0"/>
              <a:t>09/04/2025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79146E-FA62-4CBC-87DA-2965DA1AA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86888B-CAFA-49FD-8D43-283C66CE6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D5652-A53E-4C1E-BFEA-93902455388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12280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56A772-1223-4FD1-9612-00B2EE0F88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548D0B-E370-4710-B4E7-7837552B89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E6B84C-B055-4766-AB92-2BC6E6260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351A6-2490-46F6-917F-54142BF3DF27}" type="datetimeFigureOut">
              <a:rPr lang="en-ID" smtClean="0"/>
              <a:t>09/04/2025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00494D-CCA5-4EB0-A1C7-B87B03397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4C84E6-6524-40B8-8402-7364CBE15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D5652-A53E-4C1E-BFEA-93902455388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67634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E904DE-A7F2-48D6-AD7C-6EF1CF7B2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1C1F74-6207-4730-9C4B-CD2FDF3507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99A0B6-4655-4361-9E8D-A014113F83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C351A6-2490-46F6-917F-54142BF3DF27}" type="datetimeFigureOut">
              <a:rPr lang="en-ID" smtClean="0"/>
              <a:t>09/04/2025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33E766-261C-4712-B908-8856670FF7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B92E59-A5AC-4C1C-B9E4-7FE623DB0B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CD5652-A53E-4C1E-BFEA-93902455388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20857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4EDC2D45-F2F2-446D-8585-354268C993F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06062" y="422111"/>
            <a:ext cx="11784168" cy="6247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Eksplorasi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dan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Pembersihan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Data (Data Cleaning &amp; Integration)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🎯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Tujuan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Mahasiswa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mampu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mengidentifikasi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dan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menangani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outliers, noise, missing value, data inconsistencies, dan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duplikasi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data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menggunakan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tools Python/pandas.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🧩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Deskripsi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Tugas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dirty="0" err="1"/>
              <a:t>Silahkan</a:t>
            </a:r>
            <a:r>
              <a:rPr lang="en-US" altLang="en-US" sz="2000" dirty="0"/>
              <a:t> </a:t>
            </a:r>
            <a:r>
              <a:rPr lang="en-US" altLang="en-US" sz="2000" dirty="0" err="1"/>
              <a:t>cari</a:t>
            </a:r>
            <a:r>
              <a:rPr lang="en-US" altLang="en-US" sz="2000" dirty="0"/>
              <a:t> dataset di Kaggle (minimal 10.000 data)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💼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Instruksi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Import dan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eksplorasi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awal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dataset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Tampilkan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informasi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struktur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dataset (df.info(),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df.describe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dsb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Identifikasi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dan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tangani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Missing Values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Outliers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Noise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Data Duplicates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Integrasi dan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Koreksi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Simulasikan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penggabungan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dua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dataset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sederhana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contoh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data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pelanggan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dan data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transaksi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Tangani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data inconsistencies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contoh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nama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kota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ditulis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berbeda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format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tanggal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5281182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4CFAB3-26BF-4BD2-A9E5-0EBF8B2476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5002" y="656823"/>
            <a:ext cx="11487955" cy="2614411"/>
          </a:xfrm>
        </p:spPr>
        <p:txBody>
          <a:bodyPr/>
          <a:lstStyle/>
          <a:p>
            <a:pPr marL="0" indent="0">
              <a:buNone/>
            </a:pPr>
            <a:r>
              <a:rPr lang="en-ID" b="1" dirty="0"/>
              <a:t>📌 Output: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 err="1"/>
              <a:t>Jupyter</a:t>
            </a:r>
            <a:r>
              <a:rPr lang="en-ID" dirty="0"/>
              <a:t> Notebook </a:t>
            </a:r>
            <a:r>
              <a:rPr lang="en-ID" dirty="0" err="1"/>
              <a:t>atau</a:t>
            </a:r>
            <a:r>
              <a:rPr lang="en-ID" dirty="0"/>
              <a:t> Google </a:t>
            </a:r>
            <a:r>
              <a:rPr lang="en-ID" dirty="0" err="1"/>
              <a:t>Colab</a:t>
            </a:r>
            <a:endParaRPr lang="en-ID" dirty="0"/>
          </a:p>
          <a:p>
            <a:pPr>
              <a:buFont typeface="Arial" panose="020B0604020202020204" pitchFamily="34" charset="0"/>
              <a:buChar char="•"/>
            </a:pPr>
            <a:r>
              <a:rPr lang="en-ID" dirty="0" err="1"/>
              <a:t>Laporan</a:t>
            </a:r>
            <a:r>
              <a:rPr lang="en-ID" dirty="0"/>
              <a:t> PDF </a:t>
            </a:r>
            <a:r>
              <a:rPr lang="en-ID" dirty="0" err="1"/>
              <a:t>singkat</a:t>
            </a:r>
            <a:r>
              <a:rPr lang="en-ID" dirty="0"/>
              <a:t> yang </a:t>
            </a:r>
            <a:r>
              <a:rPr lang="en-ID" dirty="0" err="1"/>
              <a:t>menjelaskan</a:t>
            </a:r>
            <a:r>
              <a:rPr lang="en-ID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D" dirty="0" err="1"/>
              <a:t>Masalah</a:t>
            </a:r>
            <a:r>
              <a:rPr lang="en-ID" dirty="0"/>
              <a:t> </a:t>
            </a:r>
            <a:r>
              <a:rPr lang="en-ID" dirty="0" err="1"/>
              <a:t>apa</a:t>
            </a:r>
            <a:r>
              <a:rPr lang="en-ID" dirty="0"/>
              <a:t> </a:t>
            </a:r>
            <a:r>
              <a:rPr lang="en-ID" dirty="0" err="1"/>
              <a:t>saja</a:t>
            </a:r>
            <a:r>
              <a:rPr lang="en-ID" dirty="0"/>
              <a:t> yang </a:t>
            </a:r>
            <a:r>
              <a:rPr lang="en-ID" dirty="0" err="1"/>
              <a:t>ditemukan</a:t>
            </a:r>
            <a:endParaRPr lang="en-ID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D" dirty="0"/>
              <a:t>Langkah-</a:t>
            </a:r>
            <a:r>
              <a:rPr lang="en-ID" dirty="0" err="1"/>
              <a:t>langkah</a:t>
            </a:r>
            <a:r>
              <a:rPr lang="en-ID" dirty="0"/>
              <a:t> dan </a:t>
            </a:r>
            <a:r>
              <a:rPr lang="en-ID" dirty="0" err="1"/>
              <a:t>alasan</a:t>
            </a:r>
            <a:r>
              <a:rPr lang="en-ID" dirty="0"/>
              <a:t> </a:t>
            </a:r>
            <a:r>
              <a:rPr lang="en-ID" dirty="0" err="1"/>
              <a:t>pemilihan</a:t>
            </a:r>
            <a:r>
              <a:rPr lang="en-ID" dirty="0"/>
              <a:t> </a:t>
            </a:r>
            <a:r>
              <a:rPr lang="en-ID" dirty="0" err="1"/>
              <a:t>metode</a:t>
            </a:r>
            <a:r>
              <a:rPr lang="en-ID" dirty="0"/>
              <a:t> </a:t>
            </a:r>
            <a:r>
              <a:rPr lang="en-ID" dirty="0" err="1"/>
              <a:t>penanganannya</a:t>
            </a:r>
            <a:endParaRPr lang="en-ID" dirty="0"/>
          </a:p>
          <a:p>
            <a:pPr marL="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8259222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142</Words>
  <Application>Microsoft Office PowerPoint</Application>
  <PresentationFormat>Widescreen</PresentationFormat>
  <Paragraphs>23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3</cp:revision>
  <dcterms:created xsi:type="dcterms:W3CDTF">2025-04-09T02:45:47Z</dcterms:created>
  <dcterms:modified xsi:type="dcterms:W3CDTF">2025-04-09T03:15:20Z</dcterms:modified>
</cp:coreProperties>
</file>