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41926-9E67-4814-8952-B0EA30ACA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CE5AE-83B3-4314-91EB-C7FE48CC1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DF7EA-8213-45F4-8FA7-B63EF2865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600E-794A-44A2-ABFB-DD76097CC3B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174A9-A45A-46B9-BE47-5487F06AB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33E56-A269-4407-BDAD-086D00984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825C-AB6B-470D-8EFC-0A0DF81934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1849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67337-12E4-4B6F-BD5B-C9741C986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EF609-761A-4113-B8B0-96DFAAF07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E1DA7-C373-49E2-B6E2-84B7BE5C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600E-794A-44A2-ABFB-DD76097CC3B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54992-F2E8-4A70-ADE1-2FD26D061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F3614-D9D6-403A-874C-110E15C7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825C-AB6B-470D-8EFC-0A0DF81934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401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A3237-D282-461A-A7EB-B51C0DD2A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4B748-A0A6-45DD-B6BD-109CF58CC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1735A-8297-4C8A-9D8C-7C9763C45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600E-794A-44A2-ABFB-DD76097CC3B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F6502-E7C2-4F8F-A6FC-DB4BF3F26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E4752-D51E-4AD8-A58D-13611F42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825C-AB6B-470D-8EFC-0A0DF81934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065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7DED-3841-4416-B76B-9B320C5F9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CC73-81EB-439E-9A97-0746D4A54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B78E0-5D7F-4B55-A161-E561B90C3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2D2BE-A314-4F9D-A05A-340365E89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600E-794A-44A2-ABFB-DD76097CC3B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5481E-D627-4C44-B1C1-20B476E4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17606-372B-4289-8BD7-A15418A77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825C-AB6B-470D-8EFC-0A0DF81934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3877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169F-6A29-44CC-8964-B59194920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7E6D-4003-4DBB-9B79-CB3F43322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19760-8DAA-484E-B722-E2DDE56E2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375B86-8341-43CE-8409-94D6DF4A5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7C649-ECF3-44B1-A3E6-A3F918FEE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494B1D-775A-4DE0-AF95-9C3E7FDC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600E-794A-44A2-ABFB-DD76097CC3B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6AD45A-A623-49CA-87DA-BF6C77EF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D02587-6467-421F-BB5A-D3783D54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825C-AB6B-470D-8EFC-0A0DF81934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5675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8FFA2-5E00-4EE1-ABC8-9A65E63CD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75F761-B50A-487B-B768-4A06E84E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600E-794A-44A2-ABFB-DD76097CC3B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7350B-EA1D-4C18-902F-78E8DC78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6B631-215D-492D-875C-ED365067D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825C-AB6B-470D-8EFC-0A0DF81934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2179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AFF96-D12B-4C0D-BC42-964B308B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600E-794A-44A2-ABFB-DD76097CC3B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9FD122-76EB-4CDB-8532-590F81DB5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8FEDA-CD87-46D6-83D6-718B36A78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825C-AB6B-470D-8EFC-0A0DF81934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9066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D629-B528-4EC5-8312-7F0EC92D0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D0A9B-9470-45B5-86CA-5DA3DB1D9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FD137-51E6-43F9-A72E-7B94EE124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52F5C-40D6-4F4B-89A8-94197325A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600E-794A-44A2-ABFB-DD76097CC3B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13F16-A988-4CF6-8E89-5421014D9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1AE30-A3BD-49C8-9CD3-30E578C4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825C-AB6B-470D-8EFC-0A0DF81934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330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A8BD-0E6F-4C9E-B7B3-DA2870212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B2AEFD-8726-4EE4-B798-8574CEA04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0C35A-6999-4D43-B8EF-C48CC6A1D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38EE9-E2E1-4447-95EE-654D7C91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600E-794A-44A2-ABFB-DD76097CC3B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136FE-B84C-4B81-A508-5AFA99BD8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B68B3-B7F6-4C92-BCFA-8384AB62B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825C-AB6B-470D-8EFC-0A0DF81934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9597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34385-3B18-49BD-ACCC-D881BEAD3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66A16-3315-4A15-A41E-7F0B17C86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130DF-4627-41F5-A957-D3BF3ADB9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600E-794A-44A2-ABFB-DD76097CC3B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27CD4-0969-4DFA-9AB7-AC0DA29B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61747-5542-482D-A75F-85E2F7859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825C-AB6B-470D-8EFC-0A0DF81934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440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CACF90-B5C0-498C-9389-3652BA67B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CF996-A542-48C6-BD3B-F71FEAB71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BE564-DE29-4542-8D38-8875A61F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600E-794A-44A2-ABFB-DD76097CC3B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A63AB-5A67-4CEF-867E-1F1563B30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2ABAE-1F38-44F8-BF28-29CB410F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825C-AB6B-470D-8EFC-0A0DF81934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669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8BE94-9E81-46D8-B3B8-D00B6795F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582F5-8AD0-4179-9ADB-0D75F15E2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079C6-B102-4743-8C4A-CF579BC4C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8600E-794A-44A2-ABFB-DD76097CC3B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47C0E-61AA-4250-A718-30A247CB1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64577-7CAC-4DFE-A234-64CA4ED42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8825C-AB6B-470D-8EFC-0A0DF81934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2881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22C720DB-8E02-43D1-B938-724600DD29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3334" y="386653"/>
            <a:ext cx="11668259" cy="615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💼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Instruksi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Tugas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1. </a:t>
            </a:r>
            <a:r>
              <a:rPr lang="en-US" altLang="en-US" sz="2000" b="1" dirty="0" err="1"/>
              <a:t>Silahkan</a:t>
            </a:r>
            <a:r>
              <a:rPr lang="en-US" altLang="en-US" sz="2000" b="1" dirty="0"/>
              <a:t> </a:t>
            </a:r>
            <a:r>
              <a:rPr lang="en-US" altLang="en-US" sz="2000" b="1" dirty="0" err="1"/>
              <a:t>gunakan</a:t>
            </a:r>
            <a:r>
              <a:rPr lang="en-US" altLang="en-US" sz="2000" b="1" dirty="0"/>
              <a:t> dataset </a:t>
            </a:r>
            <a:r>
              <a:rPr lang="en-US" altLang="en-US" sz="2000" b="1" dirty="0" err="1"/>
              <a:t>dari</a:t>
            </a:r>
            <a:r>
              <a:rPr lang="en-US" altLang="en-US" sz="2000" b="1" dirty="0"/>
              <a:t> Kaggle </a:t>
            </a:r>
            <a:r>
              <a:rPr lang="en-US" altLang="en-US" sz="2000" b="1" dirty="0" err="1"/>
              <a:t>dimana</a:t>
            </a:r>
            <a:r>
              <a:rPr lang="en-US" altLang="en-US" sz="2000" b="1" dirty="0"/>
              <a:t> dataset </a:t>
            </a:r>
            <a:r>
              <a:rPr lang="en-US" altLang="en-US" sz="2000" b="1" dirty="0" err="1"/>
              <a:t>nya</a:t>
            </a:r>
            <a:r>
              <a:rPr lang="en-US" altLang="en-US" sz="2000" b="1" dirty="0"/>
              <a:t> </a:t>
            </a:r>
            <a:r>
              <a:rPr lang="en-US" altLang="en-US" sz="2000" b="1" dirty="0" err="1"/>
              <a:t>inbalanced</a:t>
            </a:r>
            <a:r>
              <a:rPr lang="en-US" altLang="en-US" sz="2000" b="1" dirty="0"/>
              <a:t> (</a:t>
            </a:r>
            <a:r>
              <a:rPr lang="en-US" altLang="en-US" sz="2000" b="1" dirty="0" err="1"/>
              <a:t>jumlah</a:t>
            </a:r>
            <a:r>
              <a:rPr lang="en-US" altLang="en-US" sz="2000" b="1" dirty="0"/>
              <a:t> </a:t>
            </a:r>
            <a:r>
              <a:rPr lang="en-US" altLang="en-US" sz="2000" b="1" dirty="0" err="1"/>
              <a:t>kelas</a:t>
            </a:r>
            <a:r>
              <a:rPr lang="en-US" altLang="en-US" sz="2000" b="1" dirty="0"/>
              <a:t> </a:t>
            </a:r>
            <a:r>
              <a:rPr lang="en-US" altLang="en-US" sz="2000" b="1" dirty="0" err="1"/>
              <a:t>tidak</a:t>
            </a:r>
            <a:r>
              <a:rPr lang="en-US" altLang="en-US" sz="2000" b="1" dirty="0"/>
              <a:t> </a:t>
            </a:r>
            <a:r>
              <a:rPr lang="en-US" altLang="en-US" sz="2000" b="1" dirty="0" err="1"/>
              <a:t>seimbang</a:t>
            </a:r>
            <a:r>
              <a:rPr lang="en-US" altLang="en-US" sz="2000" b="1" dirty="0"/>
              <a:t>)</a:t>
            </a:r>
            <a:r>
              <a:rPr lang="en-ID" sz="1400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D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2.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Eksplorasi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Awal dan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Pra-pemrosesan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Lakukan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analisis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distribusi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kelas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target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gunakan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value_counts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dan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visualisasi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bar plot).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Lakukan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normalisasi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pada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fitur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numerik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misal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min-max scaling).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3. Data Balancing: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Terapkan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balancing,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pilih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salah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satu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Oversampling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(SMOTE/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RandomOversampling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Undersampling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RandomUndersampling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Tampilkan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perbandingan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jumlah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sebelum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sesudah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balancing.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Visualisasikan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distribusi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kelas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setelah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balancing.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4. Data Splitting: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Split dataset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menjadi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Training (80%)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Testing (20%)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Gunakan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train_test_split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sklearn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dengan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parameter stratify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menjaga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proporsi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kelas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9423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4BFD4-B452-4455-89E9-FB2197A30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348" y="1194560"/>
            <a:ext cx="11409609" cy="40857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400" b="1" dirty="0"/>
              <a:t>📌 Output yang </a:t>
            </a:r>
            <a:r>
              <a:rPr lang="en-ID" sz="2400" b="1" dirty="0" err="1"/>
              <a:t>Diharapkan</a:t>
            </a:r>
            <a:r>
              <a:rPr lang="en-ID" sz="2400" b="1" dirty="0"/>
              <a:t>:</a:t>
            </a:r>
          </a:p>
          <a:p>
            <a:pPr>
              <a:buFont typeface="+mj-lt"/>
              <a:buAutoNum type="arabicPeriod"/>
            </a:pPr>
            <a:r>
              <a:rPr lang="en-ID" sz="2400" b="1" dirty="0"/>
              <a:t>File Notebook (</a:t>
            </a:r>
            <a:r>
              <a:rPr lang="en-ID" sz="2400" b="1" dirty="0" err="1"/>
              <a:t>Jupyter</a:t>
            </a:r>
            <a:r>
              <a:rPr lang="en-ID" sz="2400" b="1" dirty="0"/>
              <a:t>/Google </a:t>
            </a:r>
            <a:r>
              <a:rPr lang="en-ID" sz="2400" b="1" dirty="0" err="1"/>
              <a:t>Colab</a:t>
            </a:r>
            <a:r>
              <a:rPr lang="en-ID" sz="2400" b="1" dirty="0"/>
              <a:t>)</a:t>
            </a:r>
            <a:r>
              <a:rPr lang="en-ID" sz="2400" dirty="0"/>
              <a:t> </a:t>
            </a:r>
            <a:r>
              <a:rPr lang="en-ID" sz="2400" dirty="0" err="1"/>
              <a:t>berisi</a:t>
            </a:r>
            <a:r>
              <a:rPr lang="en-ID" sz="24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000" dirty="0" err="1"/>
              <a:t>Eksplorasi</a:t>
            </a:r>
            <a:r>
              <a:rPr lang="en-ID" sz="2000" dirty="0"/>
              <a:t> dataset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000" dirty="0" err="1"/>
              <a:t>Implementasi</a:t>
            </a:r>
            <a:r>
              <a:rPr lang="en-ID" sz="2000" dirty="0"/>
              <a:t> </a:t>
            </a:r>
            <a:r>
              <a:rPr lang="en-ID" sz="2000" dirty="0" err="1"/>
              <a:t>teknik</a:t>
            </a:r>
            <a:r>
              <a:rPr lang="en-ID" sz="2000" dirty="0"/>
              <a:t> balancing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000" dirty="0" err="1"/>
              <a:t>Implementasi</a:t>
            </a:r>
            <a:r>
              <a:rPr lang="en-ID" sz="2000" dirty="0"/>
              <a:t> data splitting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000" dirty="0" err="1"/>
              <a:t>Visualisasi</a:t>
            </a:r>
            <a:r>
              <a:rPr lang="en-ID" sz="2000" dirty="0"/>
              <a:t> </a:t>
            </a:r>
            <a:r>
              <a:rPr lang="en-ID" sz="2000" dirty="0" err="1"/>
              <a:t>distribusi</a:t>
            </a:r>
            <a:r>
              <a:rPr lang="en-ID" sz="2000" dirty="0"/>
              <a:t> </a:t>
            </a:r>
            <a:r>
              <a:rPr lang="en-ID" sz="2000" dirty="0" err="1"/>
              <a:t>kelas</a:t>
            </a:r>
            <a:r>
              <a:rPr lang="en-ID" sz="2000" dirty="0"/>
              <a:t> </a:t>
            </a:r>
            <a:r>
              <a:rPr lang="en-ID" sz="2000" dirty="0" err="1"/>
              <a:t>sebelum</a:t>
            </a:r>
            <a:r>
              <a:rPr lang="en-ID" sz="2000" dirty="0"/>
              <a:t> &amp; </a:t>
            </a:r>
            <a:r>
              <a:rPr lang="en-ID" sz="2000" dirty="0" err="1"/>
              <a:t>sesudah</a:t>
            </a:r>
            <a:r>
              <a:rPr lang="en-ID" sz="2000" dirty="0"/>
              <a:t> balancing, dan </a:t>
            </a:r>
            <a:r>
              <a:rPr lang="en-ID" sz="2000" dirty="0" err="1"/>
              <a:t>setelah</a:t>
            </a:r>
            <a:r>
              <a:rPr lang="en-ID" sz="2000" dirty="0"/>
              <a:t> splitting</a:t>
            </a:r>
          </a:p>
          <a:p>
            <a:pPr>
              <a:buFont typeface="+mj-lt"/>
              <a:buAutoNum type="arabicPeriod"/>
            </a:pPr>
            <a:r>
              <a:rPr lang="en-ID" sz="2400" b="1" dirty="0" err="1"/>
              <a:t>Laporan</a:t>
            </a:r>
            <a:r>
              <a:rPr lang="en-ID" sz="2400" b="1" dirty="0"/>
              <a:t> PDF </a:t>
            </a:r>
            <a:r>
              <a:rPr lang="en-ID" sz="2400" b="1" dirty="0" err="1"/>
              <a:t>singkat</a:t>
            </a:r>
            <a:r>
              <a:rPr lang="en-ID" sz="2400" b="1" dirty="0"/>
              <a:t> (2-3 </a:t>
            </a:r>
            <a:r>
              <a:rPr lang="en-ID" sz="2400" b="1" dirty="0" err="1"/>
              <a:t>halaman</a:t>
            </a:r>
            <a:r>
              <a:rPr lang="en-ID" sz="2400" b="1" dirty="0"/>
              <a:t>)</a:t>
            </a:r>
            <a:r>
              <a:rPr lang="en-ID" sz="2400" dirty="0"/>
              <a:t> </a:t>
            </a:r>
            <a:r>
              <a:rPr lang="en-ID" sz="2400" dirty="0" err="1"/>
              <a:t>berisi</a:t>
            </a:r>
            <a:r>
              <a:rPr lang="en-ID" sz="24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000" dirty="0" err="1"/>
              <a:t>Ringkasan</a:t>
            </a:r>
            <a:r>
              <a:rPr lang="en-ID" sz="2000" dirty="0"/>
              <a:t> proses balancing dan splitting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000" dirty="0" err="1"/>
              <a:t>Alasan</a:t>
            </a:r>
            <a:r>
              <a:rPr lang="en-ID" sz="2000" dirty="0"/>
              <a:t> </a:t>
            </a:r>
            <a:r>
              <a:rPr lang="en-ID" sz="2000" dirty="0" err="1"/>
              <a:t>pemilihan</a:t>
            </a:r>
            <a:r>
              <a:rPr lang="en-ID" sz="2000" dirty="0"/>
              <a:t> </a:t>
            </a:r>
            <a:r>
              <a:rPr lang="en-ID" sz="2000" dirty="0" err="1"/>
              <a:t>teknik</a:t>
            </a:r>
            <a:endParaRPr lang="en-ID" sz="2000" dirty="0"/>
          </a:p>
          <a:p>
            <a:pPr marL="742950" lvl="1" indent="-285750">
              <a:buFont typeface="+mj-lt"/>
              <a:buAutoNum type="arabicPeriod"/>
            </a:pPr>
            <a:r>
              <a:rPr lang="en-ID" sz="2000" dirty="0"/>
              <a:t>Hasil </a:t>
            </a:r>
            <a:r>
              <a:rPr lang="en-ID" sz="2000" dirty="0" err="1"/>
              <a:t>pengamatan</a:t>
            </a:r>
            <a:r>
              <a:rPr lang="en-ID" sz="2000" dirty="0"/>
              <a:t> (</a:t>
            </a:r>
            <a:r>
              <a:rPr lang="en-ID" sz="2000" dirty="0" err="1"/>
              <a:t>misalnya</a:t>
            </a:r>
            <a:r>
              <a:rPr lang="en-ID" sz="2000" dirty="0"/>
              <a:t>: </a:t>
            </a:r>
            <a:r>
              <a:rPr lang="en-ID" sz="2000" dirty="0" err="1"/>
              <a:t>apakah</a:t>
            </a:r>
            <a:r>
              <a:rPr lang="en-ID" sz="2000" dirty="0"/>
              <a:t> </a:t>
            </a:r>
            <a:r>
              <a:rPr lang="en-ID" sz="2000" dirty="0" err="1"/>
              <a:t>distribusi</a:t>
            </a:r>
            <a:r>
              <a:rPr lang="en-ID" sz="2000" dirty="0"/>
              <a:t> </a:t>
            </a:r>
            <a:r>
              <a:rPr lang="en-ID" sz="2000" dirty="0" err="1"/>
              <a:t>sudah</a:t>
            </a:r>
            <a:r>
              <a:rPr lang="en-ID" sz="2000" dirty="0"/>
              <a:t> </a:t>
            </a:r>
            <a:r>
              <a:rPr lang="en-ID" sz="2000" dirty="0" err="1"/>
              <a:t>seimbang</a:t>
            </a:r>
            <a:r>
              <a:rPr lang="en-ID" sz="2000" dirty="0"/>
              <a:t>?)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000" dirty="0"/>
              <a:t>Screenshot </a:t>
            </a:r>
            <a:r>
              <a:rPr lang="en-ID" sz="2000" dirty="0" err="1"/>
              <a:t>grafik</a:t>
            </a:r>
            <a:r>
              <a:rPr lang="en-ID" sz="2000" dirty="0"/>
              <a:t>/</a:t>
            </a:r>
            <a:r>
              <a:rPr lang="en-ID" sz="2000" dirty="0" err="1"/>
              <a:t>visualisasi</a:t>
            </a:r>
            <a:endParaRPr lang="en-ID" sz="2000" dirty="0"/>
          </a:p>
          <a:p>
            <a:pPr marL="0" indent="0">
              <a:buNone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314310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197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2025-04-09T03:19:03Z</dcterms:created>
  <dcterms:modified xsi:type="dcterms:W3CDTF">2025-04-09T03:24:04Z</dcterms:modified>
</cp:coreProperties>
</file>